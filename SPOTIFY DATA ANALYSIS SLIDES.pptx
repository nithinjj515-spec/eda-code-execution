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03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259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60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5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541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972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14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166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01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2533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348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6382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977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0302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17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ED2FA-F529-4DB9-A6EB-308F0D8843B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D6F927D-F2BD-4764-AB39-7E67F26666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17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5D1D-BDF8-1D0A-AE1B-8E1F48DE7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1260" y="-843597"/>
            <a:ext cx="7269480" cy="238760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chemeClr val="tx1"/>
                </a:solidFill>
              </a:rPr>
              <a:t>EXPLORATORY DATA ANALYTICS</a:t>
            </a:r>
            <a:br>
              <a:rPr lang="en-IN" sz="4000" dirty="0">
                <a:solidFill>
                  <a:schemeClr val="tx1"/>
                </a:solidFill>
              </a:rPr>
            </a:br>
            <a:r>
              <a:rPr lang="en-IN" sz="4000" dirty="0">
                <a:solidFill>
                  <a:schemeClr val="tx1"/>
                </a:solidFill>
              </a:rPr>
              <a:t>SPOTIFY DATA  ANALYSIS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DA9F65-E9A7-C069-A1D2-AECB37D5FF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2" y="1856232"/>
            <a:ext cx="11823192" cy="4078224"/>
          </a:xfrm>
        </p:spPr>
        <p:txBody>
          <a:bodyPr>
            <a:normAutofit/>
          </a:bodyPr>
          <a:lstStyle/>
          <a:p>
            <a:pPr algn="l"/>
            <a:r>
              <a:rPr lang="en-IN" sz="3600" dirty="0">
                <a:solidFill>
                  <a:schemeClr val="tx1"/>
                </a:solidFill>
              </a:rPr>
              <a:t>TEAM MEMBERS: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JEEVAN V: (2411021061541)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 NITHIN J: (2411021061628)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 PANCHAKSHARI S HIREMATH :(2411021061638)</a:t>
            </a:r>
          </a:p>
          <a:p>
            <a:pPr algn="l"/>
            <a:r>
              <a:rPr lang="en-IN" sz="3600" dirty="0">
                <a:solidFill>
                  <a:schemeClr val="tx1"/>
                </a:solidFill>
              </a:rPr>
              <a:t> AVINASH KR: (2411021061614)</a:t>
            </a:r>
          </a:p>
        </p:txBody>
      </p:sp>
    </p:spTree>
    <p:extLst>
      <p:ext uri="{BB962C8B-B14F-4D97-AF65-F5344CB8AC3E}">
        <p14:creationId xmlns:p14="http://schemas.microsoft.com/office/powerpoint/2010/main" val="304150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DAC73-5736-4868-2824-EC2B9CB3B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9FB42-142F-7A4D-0EC7-F00307756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This dataset contains information about songs such as popularity, genre, tempo, and other music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aim of this analysis is to understand patterns in music and factors affecting song popularity.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Python libraries like </a:t>
            </a:r>
            <a:r>
              <a:rPr lang="en-US" b="1" dirty="0"/>
              <a:t>Pandas</a:t>
            </a:r>
            <a:r>
              <a:rPr lang="en-US" dirty="0"/>
              <a:t>, </a:t>
            </a:r>
            <a:r>
              <a:rPr lang="en-US" b="1" dirty="0"/>
              <a:t>Matplotlib</a:t>
            </a:r>
            <a:r>
              <a:rPr lang="en-US" dirty="0"/>
              <a:t>, and </a:t>
            </a:r>
            <a:r>
              <a:rPr lang="en-US" b="1" dirty="0"/>
              <a:t>Seaborn</a:t>
            </a:r>
            <a:r>
              <a:rPr lang="en-US" dirty="0"/>
              <a:t> are used for analysis and visualization.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Different graphs are created to explore relationships between music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The analysis helps identify trends and insights in the music dataset.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340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10285-989A-3121-4833-20DD40590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Pie Chart – Distribution of Explicit and Non Explicit Songs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A463-733D-27D4-3274-39736F555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pie chart shows the proportion of songs that contain explicit content versus those that do not. From the chart, around </a:t>
            </a:r>
            <a:r>
              <a:rPr lang="en-US" b="1" dirty="0"/>
              <a:t>94% of songs are non-explicit</a:t>
            </a:r>
            <a:r>
              <a:rPr lang="en-US" dirty="0"/>
              <a:t>, while about </a:t>
            </a:r>
            <a:r>
              <a:rPr lang="en-US" b="1" dirty="0"/>
              <a:t>6% contain explicit lyrics</a:t>
            </a:r>
            <a:r>
              <a:rPr lang="en-US" dirty="0"/>
              <a:t>. This indicates that most songs in the dataset are suitable for a general audience.</a:t>
            </a:r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FF58775-24C1-2E78-5965-294443D39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678" y="3575304"/>
            <a:ext cx="3848100" cy="2907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075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EFCA-E8EF-0654-7C7D-72B612AB2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64464"/>
            <a:ext cx="8596668" cy="1320800"/>
          </a:xfrm>
        </p:spPr>
        <p:txBody>
          <a:bodyPr/>
          <a:lstStyle/>
          <a:p>
            <a:r>
              <a:rPr lang="en-US" dirty="0"/>
              <a:t>Bar Graph – Average Popularity of Top 10 Music Genres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C576D-DC7C-7A8F-B853-40108557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bar chart shows the </a:t>
            </a:r>
            <a:r>
              <a:rPr lang="en-US" b="1" dirty="0"/>
              <a:t>average popularity score of the top 10 music genres</a:t>
            </a:r>
            <a:r>
              <a:rPr lang="en-US" dirty="0"/>
              <a:t> in the dataset. It helps identify which genres tend to perform better with listeners. Higher bars represent genres that are generally more popular among audiences.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A1E56E6-0B0D-F804-DFFC-02DFC2FE7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731" y="3035808"/>
            <a:ext cx="5353050" cy="371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15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022A0-20FE-4A8A-8E5D-3FE81C38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 – Danceability vs Song Popularity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51C4B-BD04-C71A-2374-EA2947DD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scatter plot shows the relationship between </a:t>
            </a:r>
            <a:r>
              <a:rPr lang="en-US" b="1" dirty="0"/>
              <a:t>danceability and popularity</a:t>
            </a:r>
            <a:r>
              <a:rPr lang="en-US" dirty="0"/>
              <a:t> of songs. Each point represents a song. If points trend upward, it suggests that songs that are easier to dance to tend to have higher popularity.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53B260D-16C8-8770-48EE-5CB178E26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9939" y="3111080"/>
            <a:ext cx="5353050" cy="3669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421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22E5-F956-1374-B019-276B7CF7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Scatter Plot – Tempo vs Song 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DB44-2074-F80E-7F51-FF57C6E43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graph compares </a:t>
            </a:r>
            <a:r>
              <a:rPr lang="en-US" b="1" dirty="0"/>
              <a:t>song tempo (speed of music)</a:t>
            </a:r>
            <a:r>
              <a:rPr lang="en-US" dirty="0"/>
              <a:t> with popularity. It helps determine whether faster or slower songs are more popular. The spread of points shows how tempo varies among songs with different popularity levels.</a:t>
            </a:r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DD7E3B8-ACA5-9482-4EF1-5D909E47D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98" y="3072384"/>
            <a:ext cx="53530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461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659C6-687F-D5A7-B3FA-E33478E2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Song 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AC3CE-73DB-FCDD-298A-AADF3A22A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5065"/>
            <a:ext cx="8596668" cy="4386298"/>
          </a:xfrm>
        </p:spPr>
        <p:txBody>
          <a:bodyPr/>
          <a:lstStyle/>
          <a:p>
            <a:r>
              <a:rPr lang="en-US" dirty="0"/>
              <a:t>This histogram shows how song popularity scores are distributed in the dataset. It helps identify whether most songs have </a:t>
            </a:r>
            <a:r>
              <a:rPr lang="en-US" b="1" dirty="0"/>
              <a:t>low, medium, or high popularity</a:t>
            </a:r>
            <a:r>
              <a:rPr lang="en-US" dirty="0"/>
              <a:t>. Peaks in the bars represent the most common popularity ranges.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1AD3E15-CA18-29E0-C2F9-3D542CEFC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98" y="2737104"/>
            <a:ext cx="5353050" cy="3511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9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1D1B-385D-FE67-1EA6-35DE6B06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Distribution of Song Tempo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A3E39-B5F8-4089-CD43-F087B009D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609"/>
            <a:ext cx="8596668" cy="4605754"/>
          </a:xfrm>
        </p:spPr>
        <p:txBody>
          <a:bodyPr/>
          <a:lstStyle/>
          <a:p>
            <a:r>
              <a:rPr lang="en-US" dirty="0"/>
              <a:t>This graph displays how tempos are distributed across songs. It shows whether most songs fall within a </a:t>
            </a:r>
            <a:r>
              <a:rPr lang="en-US" b="1" dirty="0"/>
              <a:t>slow, medium, or fast tempo range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9BB111C-727E-2322-2E1A-487905ED4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203" y="2213039"/>
            <a:ext cx="53530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349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B8B0-6C7A-451B-614A-17A3B0137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of Song Tempo Across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1793-ED2E-A75A-C6FD-2916C3392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line graph shows how tempo values change across songs in the dataset. It helps visualize patterns or fluctuations in tempo throughout the dataset.</a:t>
            </a:r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DF2D3C23-5CFE-E193-C77B-135BDA179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677" y="2743581"/>
            <a:ext cx="5438775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550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FC5AF-69DB-4EC5-99FF-1C0B1489B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of Song Popularity Across Dataset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9A23F-DD38-8445-9031-EB3A6B509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chart shows how song popularity varies across the dataset. The line helps visualize </a:t>
            </a:r>
            <a:r>
              <a:rPr lang="en-US" b="1" dirty="0"/>
              <a:t>changes in popularity levels</a:t>
            </a:r>
            <a:r>
              <a:rPr lang="en-US" dirty="0"/>
              <a:t> from one song to another.</a:t>
            </a:r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6E7E22E-8CA3-05F0-CD43-7186CC83D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998" y="2785013"/>
            <a:ext cx="5353050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01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4B022-CED7-6E73-AE53-312B66D0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 – Correlation of Music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4BD52-21BE-1061-0C5D-363A0CF3D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heatmap shows the </a:t>
            </a:r>
            <a:r>
              <a:rPr lang="en-US" b="1" dirty="0"/>
              <a:t>correlation between different music features</a:t>
            </a:r>
            <a:r>
              <a:rPr lang="en-US" dirty="0"/>
              <a:t> such as popularity, danceability, loudness, and tempo.</a:t>
            </a:r>
          </a:p>
          <a:p>
            <a:r>
              <a:rPr lang="en-US" dirty="0"/>
              <a:t>Values close to </a:t>
            </a:r>
            <a:r>
              <a:rPr lang="en-US" b="1" dirty="0"/>
              <a:t>1</a:t>
            </a:r>
            <a:r>
              <a:rPr lang="en-US" dirty="0"/>
              <a:t> indicate strong positive correlation.</a:t>
            </a:r>
          </a:p>
          <a:p>
            <a:r>
              <a:rPr lang="en-US" dirty="0"/>
              <a:t>Values close to </a:t>
            </a:r>
            <a:r>
              <a:rPr lang="en-US" b="1" dirty="0"/>
              <a:t>-1</a:t>
            </a:r>
            <a:r>
              <a:rPr lang="en-US" dirty="0"/>
              <a:t> indicate negative correlation.</a:t>
            </a:r>
          </a:p>
          <a:p>
            <a:r>
              <a:rPr lang="en-US" dirty="0"/>
              <a:t>Values near </a:t>
            </a:r>
            <a:r>
              <a:rPr lang="en-US" b="1" dirty="0"/>
              <a:t>0</a:t>
            </a:r>
            <a:r>
              <a:rPr lang="en-US" dirty="0"/>
              <a:t> indicate little or no relationship.</a:t>
            </a:r>
          </a:p>
          <a:p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C77A1A4C-65D5-C825-E243-0EA4C47C7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4523" y="2579624"/>
            <a:ext cx="4950143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823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ED765-2DFD-2669-C5D6-9C78DB6D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Spread of Song 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5CA4-64B1-93CD-54CC-4031AB699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box plot shows the </a:t>
            </a:r>
            <a:r>
              <a:rPr lang="en-US" b="1" dirty="0"/>
              <a:t>distribution and spread of song popularity</a:t>
            </a:r>
            <a:r>
              <a:rPr lang="en-US" dirty="0"/>
              <a:t>. It highlights the median, quartiles, and possible outliers, helping identify whether some songs have extremely high or low popularity.</a:t>
            </a:r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E3B0CA-7E75-D2D0-2B2C-4435B4116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6616" y="3169251"/>
            <a:ext cx="4953000" cy="3624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119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77028-F264-1714-24E3-3F2AB704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Spread of Song Tempo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B1A38-3454-9074-0A5E-7F349D4DA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box plot shows the variation in tempo among songs. It helps identify the </a:t>
            </a:r>
            <a:r>
              <a:rPr lang="en-US" b="1" dirty="0"/>
              <a:t>typical tempo range</a:t>
            </a:r>
            <a:r>
              <a:rPr lang="en-US" dirty="0"/>
              <a:t> and detect songs with unusually high or low tempo.</a:t>
            </a:r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8E40E971-32F5-49F6-26FC-60386557B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796" y="2913219"/>
            <a:ext cx="4953000" cy="3880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2286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69E9-2FE7-998D-4C62-4DB8FAE4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Popularity of Explicit vs Non Explicit Songs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5C053-4CA6-03BF-0363-2AE52E783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graph compares the </a:t>
            </a:r>
            <a:r>
              <a:rPr lang="en-US" b="1" dirty="0"/>
              <a:t>average popularity of explicit and non-explicit songs</a:t>
            </a:r>
            <a:r>
              <a:rPr lang="en-US" dirty="0"/>
              <a:t>. It helps determine whether songs with explicit lyrics tend to be more or less popular compared to clean songs.</a:t>
            </a:r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546B25B-F6B6-AAB6-6947-990C8416E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429000"/>
            <a:ext cx="5353050" cy="330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482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9E6C4-BD04-573D-D1FE-B49563B4A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F21A1-0A64-9474-F8F2-23BFC20F4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Most songs in the dataset are </a:t>
            </a:r>
            <a:r>
              <a:rPr lang="en-US" b="1" dirty="0"/>
              <a:t>non-explicit</a:t>
            </a:r>
            <a:r>
              <a:rPr lang="en-US" dirty="0"/>
              <a:t>, showing that clean songs are more common.</a:t>
            </a:r>
          </a:p>
          <a:p>
            <a:r>
              <a:rPr lang="en-US" dirty="0"/>
              <a:t> Some </a:t>
            </a:r>
            <a:r>
              <a:rPr lang="en-US" b="1" dirty="0"/>
              <a:t>music genres have higher average popularity</a:t>
            </a:r>
            <a:r>
              <a:rPr lang="en-US" dirty="0"/>
              <a:t>, indicating audience preference for certain styles.</a:t>
            </a:r>
          </a:p>
          <a:p>
            <a:r>
              <a:rPr lang="en-US" dirty="0"/>
              <a:t> Features like </a:t>
            </a:r>
            <a:r>
              <a:rPr lang="en-US" b="1" dirty="0"/>
              <a:t>danceability and tempo show some relationship with song popularity</a:t>
            </a:r>
            <a:r>
              <a:rPr lang="en-US" dirty="0"/>
              <a:t>.</a:t>
            </a:r>
          </a:p>
          <a:p>
            <a:r>
              <a:rPr lang="en-US" dirty="0"/>
              <a:t> The </a:t>
            </a:r>
            <a:r>
              <a:rPr lang="en-US" b="1" dirty="0"/>
              <a:t>correlation heatmap helps identify relationships between different music features</a:t>
            </a:r>
            <a:r>
              <a:rPr lang="en-US" dirty="0"/>
              <a:t>.</a:t>
            </a:r>
          </a:p>
          <a:p>
            <a:r>
              <a:rPr lang="en-US" dirty="0"/>
              <a:t>Overall, </a:t>
            </a:r>
            <a:r>
              <a:rPr lang="en-US" b="1" dirty="0"/>
              <a:t>data visualization helps understand patterns and trends in music popularity and characteristics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634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0229F-1176-0A07-B881-4B8008314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CODE LINK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7354D-4D52-B0F2-4324-53F9E2C3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https://colab.research.google.com/drive/1Eow5_Vp1MXOubfx3DEaZkEsuvB5bEwnQ#scrollTo=E-gbEzi4rhhg</a:t>
            </a:r>
          </a:p>
        </p:txBody>
      </p:sp>
    </p:spTree>
    <p:extLst>
      <p:ext uri="{BB962C8B-B14F-4D97-AF65-F5344CB8AC3E}">
        <p14:creationId xmlns:p14="http://schemas.microsoft.com/office/powerpoint/2010/main" val="495441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2E271-6CB5-33F2-B721-19869D59F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1150" y="2633473"/>
            <a:ext cx="8596668" cy="26700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15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9106467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724</Words>
  <Application>Microsoft Office PowerPoint</Application>
  <PresentationFormat>Widescreen</PresentationFormat>
  <Paragraphs>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Trebuchet MS</vt:lpstr>
      <vt:lpstr>Wingdings</vt:lpstr>
      <vt:lpstr>Wingdings 3</vt:lpstr>
      <vt:lpstr>Facet</vt:lpstr>
      <vt:lpstr>EXPLORATORY DATA ANALYTICS SPOTIFY DATA  ANALYSIS  </vt:lpstr>
      <vt:lpstr>INTRODUCTION:</vt:lpstr>
      <vt:lpstr>Pie Chart – Distribution of Explicit and Non Explicit Songs</vt:lpstr>
      <vt:lpstr>Bar Graph – Average Popularity of Top 10 Music Genres</vt:lpstr>
      <vt:lpstr>Scatter Plot – Danceability vs Song Popularity</vt:lpstr>
      <vt:lpstr>Scatter Plot – Tempo vs Song Popularity</vt:lpstr>
      <vt:lpstr>Distribution of Song Popularity</vt:lpstr>
      <vt:lpstr>Distribution of Song Tempo</vt:lpstr>
      <vt:lpstr>Trend of Song Tempo Across Dataset</vt:lpstr>
      <vt:lpstr>Trend of Song Popularity Across Dataset</vt:lpstr>
      <vt:lpstr>Heatmap – Correlation of Music Features</vt:lpstr>
      <vt:lpstr>Spread of Song Popularity</vt:lpstr>
      <vt:lpstr>Spread of Song Tempo</vt:lpstr>
      <vt:lpstr>Popularity of Explicit vs Non Explicit Songs</vt:lpstr>
      <vt:lpstr>CONCLUSION </vt:lpstr>
      <vt:lpstr>CODE LINK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Nithin j</dc:creator>
  <cp:lastModifiedBy>Nithin j</cp:lastModifiedBy>
  <cp:revision>2</cp:revision>
  <dcterms:created xsi:type="dcterms:W3CDTF">2026-03-15T18:27:21Z</dcterms:created>
  <dcterms:modified xsi:type="dcterms:W3CDTF">2026-03-23T17:54:11Z</dcterms:modified>
</cp:coreProperties>
</file>